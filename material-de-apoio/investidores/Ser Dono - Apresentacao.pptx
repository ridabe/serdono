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Uma frase: o Ser Dono é o sócio digital de quem está começando. Não é curso, não é conteúdo — é execução guiada.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paredes. Aqui é onde o mercado atual falha: entrega conteúdo, não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Diferencial defensável: não é o modelo, é a curadoria + as regras de honestidade em volta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é o que permite cobrar assinatura de um público que desconfia de conselho de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para gastar tempo. A jornada é o que ninguém mais entrega e é a razão de a pessoa assinar.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sequência não é arbitrária: cada fase depende do entregável da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 argumento de retenção: a jornada tem fim, os módulos não têm.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 de pitch de ideia: já existe. Perguntas técnicas podem ser respondidas ao vivo no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Abrir para perguntas e, se possível, demonstrar o produto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3108960"/>
            <a:ext cx="8595360" cy="8595360"/>
          </a:xfrm>
          <a:prstGeom prst="ellipse">
            <a:avLst/>
          </a:prstGeom>
          <a:solidFill>
            <a:srgbClr val="17546E"/>
          </a:solidFill>
          <a:ln/>
        </p:spPr>
      </p:sp>
      <p:pic>
        <p:nvPicPr>
          <p:cNvPr id="3" name="Image 0" descr="assets/mary-boas-vin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148840"/>
            <a:ext cx="3127248" cy="4690872"/>
          </a:xfrm>
          <a:prstGeom prst="rect">
            <a:avLst/>
          </a:prstGeom>
        </p:spPr>
      </p:pic>
      <p:pic>
        <p:nvPicPr>
          <p:cNvPr id="4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3108960" cy="758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PARA INVESTIDORES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77240" y="26060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sócio digital de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começando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negócio.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77724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qual negócio combina com a pessoa, conduz a abertura passo a passo e continua ao lado dela depois que o negócio abre.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77240" y="5897880"/>
            <a:ext cx="1005840" cy="45720"/>
          </a:xfrm>
          <a:prstGeom prst="rect">
            <a:avLst/>
          </a:prstGeom>
          <a:solidFill>
            <a:srgbClr val="F2B03D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iOS · Android — código único, três plataformas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ESSÊNCIA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Empreender no Brasil não falta vontade. Falta caminho.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que quer abrir um negócio enfrenta três paredes, sempre na mesma ordem — e desiste em qualquer uma delas.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926080"/>
            <a:ext cx="566928" cy="566928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o quê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empreender, mas não sabe em qual ramo. Escolhe por palpite ou pela moda — e erra caro.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4290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926080"/>
            <a:ext cx="566928" cy="566928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 como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que precisa de CNPJ, alvará, precificação, fornecedor e marketing — tudo ao mesmo tempo, sem ordem.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4290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926080"/>
            <a:ext cx="566928" cy="566928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sozinha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41148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Abriu. E aí? Consultoria custa caro e conteúdo solto na internet não vira decisão.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14000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 Dono transforma “abrir um negócio” de um problema de conhecimento em um problema de execução guiada.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INTELIGÊNCIA DO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Mary: uma agente de IA treinada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empreendedorismo.</a:t>
            </a:r>
            <a:endParaRPr lang="en-US" sz="3200" dirty="0"/>
          </a:p>
        </p:txBody>
      </p:sp>
      <p:pic>
        <p:nvPicPr>
          <p:cNvPr id="4" name="Image 0" descr="assets/mary-jorn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260604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11880" y="2286000"/>
            <a:ext cx="7909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está dentro de cada módulo, com o contexto do negócio real daquela pessoa — nicho, fase, público-alvo e os números que ela já preencheu. Explica o termo técnico, avalia o que foi escrito, gera o material que ela pagaria para ter, e diz qual é o próximo passo.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11880" y="3520440"/>
            <a:ext cx="7909560" cy="2651760"/>
          </a:xfrm>
          <a:prstGeom prst="roundRect">
            <a:avLst>
              <a:gd name="adj" fmla="val 4828"/>
            </a:avLst>
          </a:prstGeom>
          <a:solidFill>
            <a:srgbClr val="17546E"/>
          </a:solidFill>
          <a:ln w="12700">
            <a:solidFill>
              <a:srgbClr val="1754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diferencia de “um ChatGPT com prompt”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31920" y="4206240"/>
            <a:ext cx="7269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partir de uma base curada, não da memória do modelo.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afirmação de mercado carrega fonte e data visíveis.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sabe, ela diz que não sabe — a resposta é recusada, não inventada.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o limite legal: não recomenda investimento nem faz orientação fiscal personalizada.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 A INFORMAÇÃO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oficiais, não achismo de internet.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que sustenta as respostas da Mary e os dossiês de negócio é curado a partir de fontes públicas e oficiais — sempre parafraseado, com fonte e data registradas junto ao conteúdo.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CE9C2"/>
          </a:solidFill>
          <a:ln w="12700">
            <a:solidFill>
              <a:srgbClr val="F2B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Sebrae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611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Dossiês de mercado por ramo de negócio: investimento, margem, concorrência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78892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CE9C2"/>
          </a:solidFill>
          <a:ln w="12700">
            <a:solidFill>
              <a:srgbClr val="F2B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gov.br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685032" y="3611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Formalização, MEI, regimes tributários e o passo a passo oficial de abertura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78892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CE9C2"/>
          </a:solidFill>
          <a:ln w="12700">
            <a:solidFill>
              <a:srgbClr val="F2B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Federal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73952" y="3611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CNPJ, obrigações, prazos e o que muda por regime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788920"/>
            <a:ext cx="2560320" cy="2148840"/>
          </a:xfrm>
          <a:prstGeom prst="roundRect">
            <a:avLst>
              <a:gd name="adj" fmla="val 5957"/>
            </a:avLst>
          </a:prstGeom>
          <a:solidFill>
            <a:srgbClr val="FCE9C2"/>
          </a:solidFill>
          <a:ln w="12700">
            <a:solidFill>
              <a:srgbClr val="F2B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Central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62872" y="36118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financeira, reserva e capital de giro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14000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4406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produto, não boa vontade: nenhum número de mercado aparece no sistema sem a fonte e a data ao lado.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F2B0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PRINCIPAL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Empreendedora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produto: um workflow guiado que leva a pessoa da escolha do negócio até ele estar aberto, vendendo e organizado.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0881360" cy="1965960"/>
          </a:xfrm>
          <a:prstGeom prst="roundRect">
            <a:avLst>
              <a:gd name="adj" fmla="val 6512"/>
            </a:avLst>
          </a:prstGeom>
          <a:solidFill>
            <a:srgbClr val="17546E"/>
          </a:solidFill>
          <a:ln w="12700">
            <a:solidFill>
              <a:srgbClr val="1754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anatomia de cada etapa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2B0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06624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706624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 fonte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53128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9632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46136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46136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92640" y="3657600"/>
            <a:ext cx="1627632" cy="475488"/>
          </a:xfrm>
          <a:prstGeom prst="roundRect">
            <a:avLst>
              <a:gd name="adj" fmla="val 19231"/>
            </a:avLst>
          </a:prstGeom>
          <a:solidFill>
            <a:srgbClr val="F2B03D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36576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da Mary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não “lê sobre” precificação: ela precifica, salva o resultado, e a Mary valida antes de liberar o avanço.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gera no caminho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468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empresa com checagem de domínio, identidade visual, persona, oferta, plano de marketing, fornecedores e documentos de abertura.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43400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trava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5468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etapa depende de terceiro, o sistema registra a espera, oferece a próxima etapa disponível e cobra de volta depois.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0" y="5120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real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54681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avanço é medido por etapa concluída de verdade, com data. Não há barra de progresso decorativa.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EMPREENDEDORA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fases, uma decisão por vez.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“não sei o que abrir” até o negócio operando e organizado. Cada fase é composta de etapas com entregável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734056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da Ideia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2514600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8456" y="2734056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11" name="Text 9"/>
          <p:cNvSpPr/>
          <p:nvPr/>
        </p:nvSpPr>
        <p:spPr>
          <a:xfrm>
            <a:off x="3648456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05656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2514600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2734056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12864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61704" y="2514600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62872" y="2734056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19" name="Text 17"/>
          <p:cNvSpPr/>
          <p:nvPr/>
        </p:nvSpPr>
        <p:spPr>
          <a:xfrm>
            <a:off x="9262872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20072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493008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3712464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34930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47288" y="3493008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48456" y="3712464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27" name="Text 25"/>
          <p:cNvSpPr/>
          <p:nvPr/>
        </p:nvSpPr>
        <p:spPr>
          <a:xfrm>
            <a:off x="3648456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05656" y="34930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54496" y="3493008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3712464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34930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61704" y="3493008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62872" y="3712464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35" name="Text 33"/>
          <p:cNvSpPr/>
          <p:nvPr/>
        </p:nvSpPr>
        <p:spPr>
          <a:xfrm>
            <a:off x="9262872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20072" y="34930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4471416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4690872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98448" y="447141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447288" y="4471416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48456" y="4690872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43" name="Text 41"/>
          <p:cNvSpPr/>
          <p:nvPr/>
        </p:nvSpPr>
        <p:spPr>
          <a:xfrm>
            <a:off x="3648456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05656" y="447141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Venda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54496" y="4471416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55664" y="4690872"/>
            <a:ext cx="347472" cy="347472"/>
          </a:xfrm>
          <a:prstGeom prst="ellipse">
            <a:avLst/>
          </a:prstGeom>
          <a:solidFill>
            <a:srgbClr val="F2B03D"/>
          </a:solidFill>
          <a:ln/>
        </p:spPr>
      </p:sp>
      <p:sp>
        <p:nvSpPr>
          <p:cNvPr id="47" name="Text 45"/>
          <p:cNvSpPr/>
          <p:nvPr/>
        </p:nvSpPr>
        <p:spPr>
          <a:xfrm>
            <a:off x="6455664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12864" y="447141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061704" y="4471416"/>
            <a:ext cx="2606040" cy="777240"/>
          </a:xfrm>
          <a:prstGeom prst="roundRect">
            <a:avLst>
              <a:gd name="adj" fmla="val 16471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90304" y="4471416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negócio aberto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operando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CATÁLOGO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 jornada, o produto não acaba.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módulos adicionais sustentam a assinatura no tempo — cada um resolvendo uma dor recorrente de quem já está operando.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5420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Check-up Mensal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285292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meu negócio está de verdade?” — raio-x guiado de 5 minutos, com o diagnóstico da Mary.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395728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25420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 Mensal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81144" y="285292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eu faço este mês?” — um objetivo e quatro semanas de passos práticos.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395728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25420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 de Clientes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84464" y="285292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está prestes a me esquecer?” — carteira dividida por temperatura, com roteiro de reconquista.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8404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Raio-X Financeiro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77824" y="41513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“Estou ganhando ou perdendo?” — fechamento mensal e evolução mês a mês.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3694176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38404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Negócio em Dia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81144" y="41513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pagar pra não perder o CNPJ?” — obrigações do regime, com data e passo oficial.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694176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38404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Mentoria em Investimentos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84464" y="41513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faço com a sobra?” — reserva, capital de giro e comparação entre aplicações.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992624"/>
            <a:ext cx="3429000" cy="1133856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5138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 e Fornecedores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77824" y="544982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 quem eu falo?” — base recomendada por categoria, com contato direto.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43400" y="4992624"/>
            <a:ext cx="7132320" cy="1133856"/>
          </a:xfrm>
          <a:prstGeom prst="roundRect">
            <a:avLst>
              <a:gd name="adj" fmla="val 11290"/>
            </a:avLst>
          </a:prstGeom>
          <a:solidFill>
            <a:srgbClr val="0E3A4F"/>
          </a:solidFill>
          <a:ln w="12700">
            <a:solidFill>
              <a:srgbClr val="0E3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5102352"/>
            <a:ext cx="6620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Check-up, plano de ação, fechamento financeiro e obrigações são eventos mensais recorrentes — é o que transforma um produto de onboarding num produto de assinatura.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Construído, não prometido.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módulos desta apresentação existem em código, com banco de dados, regras de acesso, telas e as integrações de IA em produção. Não é um roadmap.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plataformas, um código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iOS e Android partem da mesma base. Uma alteração chega às três ao mesmo tempo — sem time separado por plataforma.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56032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743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isolado por padrão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312724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tabela com dado de usuário nasce com segurança em nível de linha. Nenhuma conta enxerga o dado de outra.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Modularidade de verdade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81888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catálogo de módulos é dado, não código: ligar ou desligar um módulo é operação de administração. Base pronta para planos comerciais.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25196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434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 como regra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81888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só aparece se a pessoa preencheu o dado que o origina. Nenhum módulo é anunciado antes de existir.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Dono · Apresentação para investidores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2926080"/>
            <a:ext cx="7863840" cy="7863840"/>
          </a:xfrm>
          <a:prstGeom prst="ellipse">
            <a:avLst/>
          </a:prstGeom>
          <a:solidFill>
            <a:srgbClr val="17546E"/>
          </a:solidFill>
          <a:ln/>
        </p:spPr>
      </p:sp>
      <p:pic>
        <p:nvPicPr>
          <p:cNvPr id="3" name="Image 0" descr="assets/mary-posi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92608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56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480560" y="2194560"/>
            <a:ext cx="7040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 Dono é a diferença entre alguém que quer abrir um negócio e alguém que abriu.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480560" y="41148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depois disso, entre alguém que abriu e alguém que continua aberto.</a:t>
            </a:r>
            <a:endParaRPr lang="en-US" sz="1500" dirty="0"/>
          </a:p>
        </p:txBody>
      </p:sp>
      <p:pic>
        <p:nvPicPr>
          <p:cNvPr id="7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029200"/>
            <a:ext cx="2651760" cy="6492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056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serdono.com.br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 Dono — Apresentação para Investidores</dc:title>
  <dc:subject>PptxGenJS Presentation</dc:subject>
  <dc:creator>Ser Dono</dc:creator>
  <cp:lastModifiedBy>Ser Dono</cp:lastModifiedBy>
  <cp:revision>1</cp:revision>
  <dcterms:created xsi:type="dcterms:W3CDTF">2026-08-10T18:36:19Z</dcterms:created>
  <dcterms:modified xsi:type="dcterms:W3CDTF">2026-08-10T18:36:19Z</dcterms:modified>
</cp:coreProperties>
</file>