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preliminar de conceito para alinhamento entre sócios. Não é plano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dores simultâneas. A quarta — solidão — é a que define o posicionamento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Mercado grande e continuamente reabastecido, com dor comprovada. As causas de mortalidade são justamente as endereçáveis por diagnóstico e planejamento.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virada. É a frase que os sócios devem sair repetindo.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é também o funil comercial. Estágios 0-2 são aquisição; 3-4 conversão; 5 retenção.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Explicabilidade é requisito, não enfeite: é o que separa o produto de um chatbot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 independentes nunca se bloqueiam. Se o CNPJ trava na prefeitura, o usuário avança em marca e fornecedores.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 é o ativo. Um erro regulatório grave custa mais que dez funcionalidades.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estes módulos, o churn é estrutural: o usuário sai quando o CNPJ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Preços exatos dependem de teste de disposição a pagar. O público majoritário é MEI: preço de entrada precisa ser acessível.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de timing: o espaço existe hoje, mas é ocupável por quem já tem base instalada. Velocidade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métrica-norte alinha valor entregue, retenção e capacidade de vender os módulos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Escopo estreito é a decisão mais importante do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destes é fatal se tratado desde o desenho. Todos são fatais se descobertos depois do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da reunião: fechar estas doze questões. Elas determinam escopo, prazo 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Puxar para a discussão das decisões 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2355B">
              <a:alpha val="65000"/>
            </a:srgbClr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C9922B">
              <a:alpha val="18000"/>
            </a:srgbClr>
          </a:solidFill>
          <a:ln w="12700">
            <a:solidFill>
              <a:srgbClr val="C992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CONCEITO  ·  v0.1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EMPREENDER+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sócio inteligente de quem está começando um negócio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descoberta do nicho à operação do negócio, guiado por inteligência de mercado.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 julho de 2026  ·  Confidencial — circulação restrita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Empreender no Brasil é decidido sem informação e executado sem método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86537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1847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no escuro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241401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 é escolhido por imitação, moda ou necessidade — não por aderência ao perfil, ao capital e à demanda local.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86537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59168" y="1847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demais, caminho nenhum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241401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sobre abrir empresa é abundante e fragmentado. Falta sequência, não falta conteúdo.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813048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8408" y="410565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27048" y="4087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acompanhamento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78408" y="465429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entrega conteúdo. Consultoria é cara e pontual. IA genérica não conhece o negócio da pessoa.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813048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4105656"/>
            <a:ext cx="384048" cy="384048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59168" y="4087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Solidão na decisão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10528" y="465429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Preço, margem, ponto, contrato: não há com quem validar. Falta exatamente a figura do sócio experiente.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que se renova todo ano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Brasil, dados de 2025–2026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78992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2,05 mi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negócios abertos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jan a abr de 2026 (+14%)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2900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empresas abertas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 são MEI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31,6%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3504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adultos brasileiros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empreendem (GEM 2025)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1874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mi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68680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brasileiros envolvidos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negócio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do outro lado, uma curva de mortalidade que não cede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315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em 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e pequenas empresas fecham em até 5 anos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4315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MEIs encerram em 5 anos — a maior taxa entre os portes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0" y="4315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 / 20%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 falta de capital de giro e baixo volume de vendas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SEBRAE / Receita Federal (2026), GEM Brasil 2025, IBGE / SEBRAE — Sobrevivência de Empresas.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causas de mortalidade são conhecidas — e antecipáveis.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Desconhecimento do ramo, ausência de planejamento financeiro e falta de validação de demanda são exatamente o que um diagnóstico bem-feito e um workflow guiado atacam antes da abertura.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45720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12355B"/>
          </a:solidFill>
          <a:ln w="19050">
            <a:solidFill>
              <a:srgbClr val="C99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5720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Empreender+ não vende conteúdo. Vende direção — e redução de risco.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em cinco estágios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gratuito ao negócio operando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92024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30175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inteligente: perfil, capital, formação, localização, estilo de vida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5120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98064" y="16916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192024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62656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 nichos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62656" y="30175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calcula a aderência e devolve os nichos mais compatíveis, com justificativa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62656" y="5120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(prévia)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47488" y="16916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0448" y="192024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0" name="Text 18"/>
          <p:cNvSpPr/>
          <p:nvPr/>
        </p:nvSpPr>
        <p:spPr>
          <a:xfrm>
            <a:off x="5733288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30175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destrava o dossiê completo e o workflow do nicho escolhido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0" y="5120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96912" y="16916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9872" y="192024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6" name="Text 24"/>
          <p:cNvSpPr/>
          <p:nvPr/>
        </p:nvSpPr>
        <p:spPr>
          <a:xfrm>
            <a:off x="7982712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61504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61504" y="30175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guiado etapa a etapa, com o copiloto de IA e entregáveis reais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61504" y="5120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46336" y="1691640"/>
            <a:ext cx="2084832" cy="3931920"/>
          </a:xfrm>
          <a:prstGeom prst="roundRect">
            <a:avLst>
              <a:gd name="adj" fmla="val 3509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69296" y="1920240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2136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10928" y="25146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10928" y="301752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financeiro, B2B, crédito e investimentos: a assinatura continua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10928" y="51206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paywall fica exatamente onde o desejo é máximo: o usuário já viu quais negócios combinam com ele, mas ainda não sabe como executá-los.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 de diagnóstico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dimensões cruzadas com uma base proprietária de nichos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 fôlego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83280" y="16276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investe e por quanto tempo vive sem retirada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risco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15400" y="16276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incerteza, autonomia, resiliência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45059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2340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 experiência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 que a pessoa já 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45059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2340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disponível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15400" y="2340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integral, parcial ou paralelo ao emprego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163824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69848" y="3054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vida e valores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30540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desejada, contato com público, propósito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163824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3054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15400" y="30540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densidade, renda, concorrência e regras locais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877056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848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 ativos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83280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contatos, imóvel, veículo, equipamento, marca pessoal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877056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15400" y="3767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extra, substituir salário ou escalar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466344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828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5193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calculada — não um palpite de linguagem — combinando aderência de perfil, financeira, de contexto e de tempo. A IA entra depois, para explicar em linguagem natural por que aquele nicho foi recomendado.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workflow de construção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trilhas em paralelo — nada trava o usuário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874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08176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957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local, concorrentes, pesquisa com clientes, teste de demanda, viabilidade econômica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6459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874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84064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23957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disponibilidade no INPI e domínio, registro de marca, identidade visual, presença digital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0144" y="16459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74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59952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8744" y="23957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jurídica, regime tributário, CNAE, CNPJ, alvarás, licenças, conta PJ, nota fiscal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56616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" y="3794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08176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968" y="43159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ou operação digital, fornecedores, equipamentos, estoque, contratações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4256" y="356616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2856" y="3794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62856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84064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62856" y="43159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e margem, portfólio, canais, script de venda, lançamento, primeiros clientes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10144" y="356616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38744" y="3794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8238744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59952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38744" y="43159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caixa, capital de giro, controles mínimos, indicadores e rotina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8368" y="5669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etapa segue a mesma anatomia:  contexto  →  dados  →  decisão  →  ação  →  entregável  →  checagem.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copiloto: a IA como sócio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não está no modelo — está no contexto, na especialização e na memória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92808"/>
            <a:ext cx="274320" cy="27432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916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do negócio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decisões, números e documentos. Nunca pergunta duas vezes.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78024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79192"/>
            <a:ext cx="274320" cy="27432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47802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nicho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24780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proprietários: custos, margens, erros comuns, fornecedores, regulação.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64408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65576"/>
            <a:ext cx="274320" cy="27432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26440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regional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26440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Concorrência, renda e exigências municipais cruzadas com a localização.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050792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51960"/>
            <a:ext cx="274320" cy="27432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05079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execução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405079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os entregáveis — plano, planilhas, scripts, anúncios — em vez de só descrever.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837176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038344"/>
            <a:ext cx="274320" cy="27432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25880" y="483717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checagem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57600" y="4837176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 conclusão da etapa e aponta inconsistências nos números.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16916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92440" y="233172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jurídicos, fiscais e sanitários vêm com aviso claro e encaminhamento a parceiro habilitado.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dado de mercado exibido com fonte e data. Número sem fonte não entra no produto.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copiloto desaconselha quando a conta não fecha. Otimismo irresponsável destrói confiança.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abertura: o ecossistema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assinatura de projeto (que termina) em assinatura de rotina (que permanece)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07208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do nicho, calendário, peças, campanhas locais, resultados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83096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90288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precificação, ponto de equilíbrio, alertas de saúde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66176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B2B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158984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MÉDIA-ALTA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66176" y="2423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curados por nicho e região, cotação e avaliações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611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813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07208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para pequenos negócios, elegibilidade e encaminhamento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34256" y="3611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0288" y="3813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83096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90288" y="4343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por nicho e região, mentoria, troca entre assinantes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10144" y="3611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3813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158984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66176" y="4343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do negócio, reinvestimento versus retirada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5669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a discutir: uma segunda porta de entrada — “já tenho um negócio” — leva quem já abriu direto para estes módulos, ampliando o mercado sem construir produto novo.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escalonada + receitas de parceria (hipóteses a validar)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84832" cy="2423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prévia de 3 nichos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de funil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1645920"/>
            <a:ext cx="2084832" cy="24231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35224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35224" y="23317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nicho, dossiê completo, workflow e copiloto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sabe o que quer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1645920"/>
            <a:ext cx="2084832" cy="24231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84648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184648" y="23317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 nichos, comparação lado a lado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84648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ainda decide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96912" y="1645920"/>
            <a:ext cx="2084832" cy="2423160"/>
          </a:xfrm>
          <a:prstGeom prst="roundRect">
            <a:avLst>
              <a:gd name="adj" fmla="val 3509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34072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34072" y="23317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+ marketing, financeiro e B2B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34072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já aberto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46336" y="1645920"/>
            <a:ext cx="2084832" cy="242316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83496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label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683496" y="233172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para SEBRAE, prefeituras, bancos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83496" y="3520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297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motores econômicos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8368" y="482803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58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gratuito, alto valor percebido e compartilhável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01568" y="482803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7490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workflow destrava um caminho que o usuário já viu existir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44768" y="482803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922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operação sustentam a assinatura no longo prazo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887968" y="4828032"/>
            <a:ext cx="237744" cy="237744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7" name="Text 35"/>
          <p:cNvSpPr/>
          <p:nvPr/>
        </p:nvSpPr>
        <p:spPr>
          <a:xfrm>
            <a:off x="9235440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354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e marketplace monetizam a mesma jornada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o espaço em branco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atende quem já tem empresa e ignora quem ainda não 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10789920" cy="4572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90088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41848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76488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resolve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0789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148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90088" y="21488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Omie, Conta Azul, Bling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41848" y="21488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quem já opera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76488" y="2148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ajuda a decidir nem a abrir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2807208"/>
            <a:ext cx="10789920" cy="658368"/>
          </a:xfrm>
          <a:prstGeom prst="rect">
            <a:avLst/>
          </a:prstGeom>
          <a:solidFill>
            <a:srgbClr val="EEF2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2807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 digital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90088" y="28072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Contabilizei e similares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41848" y="2807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formal e obrigações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76488" y="28072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o CNPJ, não a estratégia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465576"/>
            <a:ext cx="10789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90088" y="34655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SEBRAE, cursos online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41848" y="34655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bom e gratuito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76488" y="34655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sequência nem acompanhamento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4123944"/>
            <a:ext cx="10789920" cy="658368"/>
          </a:xfrm>
          <a:prstGeom prst="rect">
            <a:avLst/>
          </a:prstGeom>
          <a:solidFill>
            <a:srgbClr val="EEF2F7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1239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genérica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90088" y="41239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uso geral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41848" y="41239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soltas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76488" y="41239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memória, workflow ou dado local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493776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9377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ocupa, de forma integrada, a fase que vai da dúvida “que negócio eu abro?” até o primeiro cliente. Quem captura o usuário ali define toda a jornada seguinte.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mediremos sucesso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métrica-norte e um funil observável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MÉTRICA-NORTE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Negócios efetivamente abertos e operando através da plataforma, por trimestre.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364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37124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e custo por cadastro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320040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364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2736" y="37124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conclui o diagnóstico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320040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3364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37124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assina após ver a prévia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7968" y="320040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3364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89136" y="37124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concluídas por semana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45262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50383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chega a nome, CNPJ e 1ª venda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01568" y="45262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02736" y="50383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 migração para o plano Operação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44768" y="45262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45936" y="50383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e aceitação das recomendações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887968" y="45262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89136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89136" y="50383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em parceiros e marketplace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Faseamento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nichos, profundidade real — um workflow excelente em 5 nichos vale mais que um raso em 200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0332720" cy="36576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7" name="Shape 5"/>
          <p:cNvSpPr/>
          <p:nvPr/>
        </p:nvSpPr>
        <p:spPr>
          <a:xfrm>
            <a:off x="1572768" y="2944368"/>
            <a:ext cx="365760" cy="36576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 base reduzida, teste de preço, entrevistas com o público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22192" y="2944368"/>
            <a:ext cx="365760" cy="36576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4952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4952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de nicho, trilhas A–C, copiloto com memória, entregáveis, cobrança recorrente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294436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5294376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Profundidade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94376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D–F, mais nichos, inteligência regional, comunidade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294436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Ecossistema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43800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financeiro, hub B2B e rede de parceiros comissionados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570464" y="294436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93224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93224" y="3520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institucional, crédito e investimentos, aplicativo móvel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516636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MVP:  5 a 8 nichos de alta demanda e baixa complexidade regulatória — alimentação delivery, beleza e estética, serviços domiciliares, comércio de bairro, serviço digital. Cada nicho novo depois é conteúdo, não engenharia.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5488"/>
            <a:ext cx="457200" cy="457200"/>
          </a:xfrm>
          <a:prstGeom prst="ellipse">
            <a:avLst/>
          </a:prstGeom>
          <a:solidFill>
            <a:srgbClr val="C9922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principais e mitigação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que podem matar o produto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922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1328" y="16916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assinatura termina quando o negócio abre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6916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os módulos de operação e vender, desde o início, a promessa de acompanhamento contínuo.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7889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63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27889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percebida como genérica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788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na base de nichos e na explicabilidade do Fit Score antes de escalar canais de aquisição.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160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92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1328" y="38862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disposição a pagar do público MEI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38862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entrada acessível, plano anual e canal institucional que paga pelo usuário final.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98348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EF2F7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257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92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81328" y="49834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regulatória incorreta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49834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 datadas, revisão periódica, avisos legais e encaminhamento a profissionais parceiros.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completa de riscos, com impacto e mitigação, está na seção 13 do documento de conceito.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DECIDIR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pendentes da sociedade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12355B"/>
          </a:solidFill>
          <a:ln w="12700">
            <a:solidFill>
              <a:srgbClr val="2A55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nichos entram no MVP e com que profundidade?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MVP vai até a abertura ou para na viabilidade?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a entrada “já tenho negócio” desde já?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primeiro ou aplicativo desde o início?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12355B"/>
          </a:solidFill>
          <a:ln w="12700">
            <a:solidFill>
              <a:srgbClr val="2A55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preço de entrada e desconto anual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prévia grátis mostra 3 nichos ou apenas 1?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institucional já na Fase 1 ou depois do B2C?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comissionadas já no MVP?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12355B"/>
          </a:solidFill>
          <a:ln w="12700">
            <a:solidFill>
              <a:srgbClr val="2A5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27889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responsabilidades entre os sócios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societário, participação e vesting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inicial e prazo até a 1ª receita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E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constrói a base de nichos?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completo na seção 16 do documento de conceito.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25880" y="2286000"/>
            <a:ext cx="9509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Milhões de brasileiros abrem um negócio todo ano. Seis em dez fecham em cinco anos — quase sempre pelos mesmos motivos evitáveis.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Empreender+ existe para ser o sócio que essas pessoas nunca tiveram.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0" y="4800600"/>
            <a:ext cx="1463040" cy="45720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Conceito v0.1  ·  27 de julho de 2026  ·  Confidencial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Empreender+ — Conceito do Produto</dc:title>
  <dc:subject>PptxGenJS Presentation</dc:subject>
  <dc:creator>Empreender+</dc:creator>
  <cp:lastModifiedBy>Empreender+</cp:lastModifiedBy>
  <cp:revision>1</cp:revision>
  <dcterms:created xsi:type="dcterms:W3CDTF">2026-07-27T13:20:15Z</dcterms:created>
  <dcterms:modified xsi:type="dcterms:W3CDTF">2026-07-27T13:20:15Z</dcterms:modified>
</cp:coreProperties>
</file>